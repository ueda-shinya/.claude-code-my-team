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話者ノート：
表紙。名刺交換後、資料を開く前に「ちょっとだけ、うちのサービスの紹介させてもらってもいいですか？」と一言。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話者ノート：
共感パート。「どれか当てはまるものありますか？」と聞きながら進める。
ほぼ100%「全部当てはまる」と言われるはず。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話者ノート：
笑いを取れるスライド。「再起動して祈る、これ結構あるんですよね」と軽く。
核心は「聞ける人がいない」こと。ここでうなずいてもらえたら成功。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話者ノート：
恐怖を煽りすぎない。淡々と事実を伝える。
「実際に、更新放置でサイトが表示できなくなった例は結構あります」程度に。
このスライドで「ちゃんとしないと」と思ってもらえたら、次のポジショニングが効く。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話者ノート：
ここがポジショニングの核心。「制作会社」ではなく「IT担当」と伝える。
「うちは作るだけの会社じゃないんです。作った後も、それ以外のことも、全部見ます」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話者ノート：
「できない」ではなく「専門家につなぐ」。ガイドとしての信頼感を保つ。
「メーカー橋渡し」は刺さる。「ベンダーとの電話が通じない」は中小企業あるある。
「なんでもやりますと言わないところが信頼できる」と思ってもらえたら勝ち。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話者ノート：
価格の比較対象を「人件費」にするのが最重要。
「他の制作会社と比べていくらですか？」ではなく「人を雇うよりどれだけ安いか」。
年間33万と言うと、ほぼ全員「それなら安い」と思ってくれる。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話者ノート：
「今日この場で診断の予約いただけたら、来週中にやれます」と具体的に提案。
ここで連絡先を交換するのが最重要アクション。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話者ノート：
ここがクロージングの核心。2択で見せる（がっつりは出さない）。
「安心でも十分なんですけど、正直、月2件ってすぐ使い切るんですよね。
まるっとやと月5件あるんで、毎月のちょっとした変更がストレスなく回ります。」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話者ノート：
「370円ってコーヒー1杯分ですよ」は言い古されてるけど、この金額感は効く。
迷っている相手には「初月半額の13,750円で試してみて、合わんかったら安心に変更もできます」と。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話者ノート：
具体的な「ある1日」をイメージさせる。
実績・事例が出てきたら、ここに実際のエピソードを差し替える。
「こういう日常が月2.75万で手に入ります」と締める。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話者ノート：
このスライドは「相手の規模感が大きい場合」にだけ見せる。
10名以下の企業には飛ばしてOK。「もっとやりたくなったらいつでもアップグレードできます」と軽く触れるだけ。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メールアドレス
LINE ID or QRコード
URL
話者ノート：
最後のスライド。「今日この場で予約いただけたら、来週中にやれます」と具体的に。
QRコードを見せてその場でLINE登録してもらうのが理想。
名刺と合わせて渡す。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ホームページも、業務の困りごとも、&lt;br&gt;まるっと相談できる人が広島にいます。</dc:title>
  <dc:subject>PptxGenJS Presentation</dc:subject>
  <dc:creator>Created by Marp</dc:creator>
  <cp:lastModifiedBy>Created by Marp</cp:lastModifiedBy>
  <cp:revision>1</cp:revision>
  <dcterms:created xsi:type="dcterms:W3CDTF">2026-04-20T02:52:27Z</dcterms:created>
  <dcterms:modified xsi:type="dcterms:W3CDTF">2026-04-20T02:52:27Z</dcterms:modified>
</cp:coreProperties>
</file>